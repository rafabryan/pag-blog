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5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embeddedFontLst>
    <p:embeddedFont>
      <p:font typeface="Roboto"/>
      <p:regular r:id="rId14"/>
      <p:bold r:id="rId15"/>
      <p:italic r:id="rId16"/>
      <p:boldItalic r:id="rId17"/>
    </p:embeddedFont>
    <p:embeddedFont>
      <p:font typeface="Lexend Light"/>
      <p:regular r:id="rId18"/>
      <p:bold r:id="rId19"/>
    </p:embeddedFont>
    <p:embeddedFont>
      <p:font typeface="Lexend"/>
      <p:regular r:id="rId20"/>
      <p:bold r:id="rId21"/>
    </p:embeddedFont>
    <p:embeddedFont>
      <p:font typeface="Open Sans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exend-regular.fntdata"/><Relationship Id="rId22" Type="http://schemas.openxmlformats.org/officeDocument/2006/relationships/font" Target="fonts/OpenSans-regular.fntdata"/><Relationship Id="rId21" Type="http://schemas.openxmlformats.org/officeDocument/2006/relationships/font" Target="fonts/Lexend-bold.fntdata"/><Relationship Id="rId24" Type="http://schemas.openxmlformats.org/officeDocument/2006/relationships/font" Target="fonts/OpenSans-italic.fntdata"/><Relationship Id="rId23" Type="http://schemas.openxmlformats.org/officeDocument/2006/relationships/font" Target="fonts/OpenSans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schemas.openxmlformats.org/officeDocument/2006/relationships/font" Target="fonts/OpenSans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font" Target="fonts/Roboto-bold.fntdata"/><Relationship Id="rId14" Type="http://schemas.openxmlformats.org/officeDocument/2006/relationships/font" Target="fonts/Roboto-regular.fntdata"/><Relationship Id="rId17" Type="http://schemas.openxmlformats.org/officeDocument/2006/relationships/font" Target="fonts/Roboto-boldItalic.fntdata"/><Relationship Id="rId16" Type="http://schemas.openxmlformats.org/officeDocument/2006/relationships/font" Target="fonts/Roboto-italic.fntdata"/><Relationship Id="rId19" Type="http://schemas.openxmlformats.org/officeDocument/2006/relationships/font" Target="fonts/LexendLight-bold.fntdata"/><Relationship Id="rId18" Type="http://schemas.openxmlformats.org/officeDocument/2006/relationships/font" Target="fonts/LexendLight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g3cff4846b33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" name="Google Shape;35;g3cff4846b33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g3cff4846b33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" name="Google Shape;41;g3cff4846b33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3cff4846b33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" name="Google Shape;49;g3cff4846b33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cff4846b33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cff4846b33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cff4846b33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cff4846b33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cff4846b33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cff4846b33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cff4846b33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cff4846b33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cff4846b33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cff4846b33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5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a da Apresentação">
  <p:cSld name="CUSTOM"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oogle Shape;8;p2" title="Screenshot 2026-03-13 at 17.47.56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40400" y="-20475"/>
            <a:ext cx="9224801" cy="5184449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9;p2"/>
          <p:cNvSpPr txBox="1"/>
          <p:nvPr>
            <p:ph type="title"/>
          </p:nvPr>
        </p:nvSpPr>
        <p:spPr>
          <a:xfrm>
            <a:off x="1872750" y="2494075"/>
            <a:ext cx="5398500" cy="11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1"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idx="2" type="title"/>
          </p:nvPr>
        </p:nvSpPr>
        <p:spPr>
          <a:xfrm>
            <a:off x="1221000" y="3663775"/>
            <a:ext cx="6702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78C043"/>
              </a:buClr>
              <a:buSzPts val="1600"/>
              <a:buFont typeface="Roboto"/>
              <a:buNone/>
              <a:defRPr sz="1600">
                <a:solidFill>
                  <a:srgbClr val="78C043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rpo da Apresentação (Modo Claro)">
  <p:cSld name="CUSTOM_1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3" title="Screenshot 2026-03-13 at 17.49.00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40850" y="-25225"/>
            <a:ext cx="9225677" cy="5193951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3"/>
          <p:cNvSpPr txBox="1"/>
          <p:nvPr>
            <p:ph type="title"/>
          </p:nvPr>
        </p:nvSpPr>
        <p:spPr>
          <a:xfrm>
            <a:off x="422688" y="468425"/>
            <a:ext cx="82986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78C043"/>
              </a:buClr>
              <a:buSzPts val="2400"/>
              <a:buFont typeface="Roboto"/>
              <a:buNone/>
              <a:defRPr b="1" sz="2400">
                <a:solidFill>
                  <a:srgbClr val="78C043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78C043"/>
              </a:buClr>
              <a:buSzPts val="3200"/>
              <a:buFont typeface="Roboto"/>
              <a:buNone/>
              <a:defRPr sz="3200">
                <a:solidFill>
                  <a:srgbClr val="78C043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78C043"/>
              </a:buClr>
              <a:buSzPts val="3200"/>
              <a:buFont typeface="Roboto"/>
              <a:buNone/>
              <a:defRPr sz="3200">
                <a:solidFill>
                  <a:srgbClr val="78C043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78C043"/>
              </a:buClr>
              <a:buSzPts val="3200"/>
              <a:buFont typeface="Roboto"/>
              <a:buNone/>
              <a:defRPr sz="3200">
                <a:solidFill>
                  <a:srgbClr val="78C043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78C043"/>
              </a:buClr>
              <a:buSzPts val="3200"/>
              <a:buFont typeface="Roboto"/>
              <a:buNone/>
              <a:defRPr sz="3200">
                <a:solidFill>
                  <a:srgbClr val="78C043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78C043"/>
              </a:buClr>
              <a:buSzPts val="3200"/>
              <a:buFont typeface="Roboto"/>
              <a:buNone/>
              <a:defRPr sz="3200">
                <a:solidFill>
                  <a:srgbClr val="78C043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78C043"/>
              </a:buClr>
              <a:buSzPts val="3200"/>
              <a:buFont typeface="Roboto"/>
              <a:buNone/>
              <a:defRPr sz="3200">
                <a:solidFill>
                  <a:srgbClr val="78C043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78C043"/>
              </a:buClr>
              <a:buSzPts val="3200"/>
              <a:buFont typeface="Roboto"/>
              <a:buNone/>
              <a:defRPr sz="3200">
                <a:solidFill>
                  <a:srgbClr val="78C043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78C043"/>
              </a:buClr>
              <a:buSzPts val="3200"/>
              <a:buFont typeface="Roboto"/>
              <a:buNone/>
              <a:defRPr sz="3200">
                <a:solidFill>
                  <a:srgbClr val="78C043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4" name="Google Shape;14;p3"/>
          <p:cNvSpPr txBox="1"/>
          <p:nvPr>
            <p:ph idx="2" type="title"/>
          </p:nvPr>
        </p:nvSpPr>
        <p:spPr>
          <a:xfrm>
            <a:off x="422700" y="1145525"/>
            <a:ext cx="8298600" cy="35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78C043"/>
              </a:buClr>
              <a:buSzPts val="3200"/>
              <a:buFont typeface="Roboto"/>
              <a:buNone/>
              <a:defRPr sz="3200">
                <a:solidFill>
                  <a:srgbClr val="78C043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78C043"/>
              </a:buClr>
              <a:buSzPts val="3200"/>
              <a:buFont typeface="Roboto"/>
              <a:buNone/>
              <a:defRPr sz="3200">
                <a:solidFill>
                  <a:srgbClr val="78C043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78C043"/>
              </a:buClr>
              <a:buSzPts val="3200"/>
              <a:buFont typeface="Roboto"/>
              <a:buNone/>
              <a:defRPr sz="3200">
                <a:solidFill>
                  <a:srgbClr val="78C043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78C043"/>
              </a:buClr>
              <a:buSzPts val="3200"/>
              <a:buFont typeface="Roboto"/>
              <a:buNone/>
              <a:defRPr sz="3200">
                <a:solidFill>
                  <a:srgbClr val="78C043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78C043"/>
              </a:buClr>
              <a:buSzPts val="3200"/>
              <a:buFont typeface="Roboto"/>
              <a:buNone/>
              <a:defRPr sz="3200">
                <a:solidFill>
                  <a:srgbClr val="78C043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78C043"/>
              </a:buClr>
              <a:buSzPts val="3200"/>
              <a:buFont typeface="Roboto"/>
              <a:buNone/>
              <a:defRPr sz="3200">
                <a:solidFill>
                  <a:srgbClr val="78C043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78C043"/>
              </a:buClr>
              <a:buSzPts val="3200"/>
              <a:buFont typeface="Roboto"/>
              <a:buNone/>
              <a:defRPr sz="3200">
                <a:solidFill>
                  <a:srgbClr val="78C043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78C043"/>
              </a:buClr>
              <a:buSzPts val="3200"/>
              <a:buFont typeface="Roboto"/>
              <a:buNone/>
              <a:defRPr sz="3200">
                <a:solidFill>
                  <a:srgbClr val="78C043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556784" y="4782752"/>
            <a:ext cx="548700" cy="3936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 b="1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buNone/>
              <a:defRPr b="1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buNone/>
              <a:defRPr b="1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buNone/>
              <a:defRPr b="1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buNone/>
              <a:defRPr b="1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buNone/>
              <a:defRPr b="1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buNone/>
              <a:defRPr b="1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buNone/>
              <a:defRPr b="1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buNone/>
              <a:defRPr b="1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rpo da Apresentação (Modo Escuro)">
  <p:cSld name="CUSTOM_2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Google Shape;17;p4" title="Screenshot 2026-03-13 at 17.48.40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48850" y="-25225"/>
            <a:ext cx="9241702" cy="5193951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4"/>
          <p:cNvSpPr txBox="1"/>
          <p:nvPr>
            <p:ph type="title"/>
          </p:nvPr>
        </p:nvSpPr>
        <p:spPr>
          <a:xfrm>
            <a:off x="422688" y="468425"/>
            <a:ext cx="82986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78C043"/>
              </a:buClr>
              <a:buSzPts val="2400"/>
              <a:buFont typeface="Roboto"/>
              <a:buNone/>
              <a:defRPr b="1" sz="2400">
                <a:solidFill>
                  <a:srgbClr val="78C043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78C043"/>
              </a:buClr>
              <a:buSzPts val="3200"/>
              <a:buFont typeface="Roboto"/>
              <a:buNone/>
              <a:defRPr sz="3200">
                <a:solidFill>
                  <a:srgbClr val="78C043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78C043"/>
              </a:buClr>
              <a:buSzPts val="3200"/>
              <a:buFont typeface="Roboto"/>
              <a:buNone/>
              <a:defRPr sz="3200">
                <a:solidFill>
                  <a:srgbClr val="78C043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78C043"/>
              </a:buClr>
              <a:buSzPts val="3200"/>
              <a:buFont typeface="Roboto"/>
              <a:buNone/>
              <a:defRPr sz="3200">
                <a:solidFill>
                  <a:srgbClr val="78C043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78C043"/>
              </a:buClr>
              <a:buSzPts val="3200"/>
              <a:buFont typeface="Roboto"/>
              <a:buNone/>
              <a:defRPr sz="3200">
                <a:solidFill>
                  <a:srgbClr val="78C043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78C043"/>
              </a:buClr>
              <a:buSzPts val="3200"/>
              <a:buFont typeface="Roboto"/>
              <a:buNone/>
              <a:defRPr sz="3200">
                <a:solidFill>
                  <a:srgbClr val="78C043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78C043"/>
              </a:buClr>
              <a:buSzPts val="3200"/>
              <a:buFont typeface="Roboto"/>
              <a:buNone/>
              <a:defRPr sz="3200">
                <a:solidFill>
                  <a:srgbClr val="78C043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78C043"/>
              </a:buClr>
              <a:buSzPts val="3200"/>
              <a:buFont typeface="Roboto"/>
              <a:buNone/>
              <a:defRPr sz="3200">
                <a:solidFill>
                  <a:srgbClr val="78C043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78C043"/>
              </a:buClr>
              <a:buSzPts val="3200"/>
              <a:buFont typeface="Roboto"/>
              <a:buNone/>
              <a:defRPr sz="3200">
                <a:solidFill>
                  <a:srgbClr val="78C043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9" name="Google Shape;19;p4"/>
          <p:cNvSpPr txBox="1"/>
          <p:nvPr>
            <p:ph idx="2" type="title"/>
          </p:nvPr>
        </p:nvSpPr>
        <p:spPr>
          <a:xfrm>
            <a:off x="422700" y="1145525"/>
            <a:ext cx="8298600" cy="35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78C043"/>
              </a:buClr>
              <a:buSzPts val="3200"/>
              <a:buFont typeface="Roboto"/>
              <a:buNone/>
              <a:defRPr sz="3200">
                <a:solidFill>
                  <a:srgbClr val="78C043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78C043"/>
              </a:buClr>
              <a:buSzPts val="3200"/>
              <a:buFont typeface="Roboto"/>
              <a:buNone/>
              <a:defRPr sz="3200">
                <a:solidFill>
                  <a:srgbClr val="78C043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78C043"/>
              </a:buClr>
              <a:buSzPts val="3200"/>
              <a:buFont typeface="Roboto"/>
              <a:buNone/>
              <a:defRPr sz="3200">
                <a:solidFill>
                  <a:srgbClr val="78C043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78C043"/>
              </a:buClr>
              <a:buSzPts val="3200"/>
              <a:buFont typeface="Roboto"/>
              <a:buNone/>
              <a:defRPr sz="3200">
                <a:solidFill>
                  <a:srgbClr val="78C043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78C043"/>
              </a:buClr>
              <a:buSzPts val="3200"/>
              <a:buFont typeface="Roboto"/>
              <a:buNone/>
              <a:defRPr sz="3200">
                <a:solidFill>
                  <a:srgbClr val="78C043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78C043"/>
              </a:buClr>
              <a:buSzPts val="3200"/>
              <a:buFont typeface="Roboto"/>
              <a:buNone/>
              <a:defRPr sz="3200">
                <a:solidFill>
                  <a:srgbClr val="78C043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78C043"/>
              </a:buClr>
              <a:buSzPts val="3200"/>
              <a:buFont typeface="Roboto"/>
              <a:buNone/>
              <a:defRPr sz="3200">
                <a:solidFill>
                  <a:srgbClr val="78C043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78C043"/>
              </a:buClr>
              <a:buSzPts val="3200"/>
              <a:buFont typeface="Roboto"/>
              <a:buNone/>
              <a:defRPr sz="3200">
                <a:solidFill>
                  <a:srgbClr val="78C043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8556784" y="4782752"/>
            <a:ext cx="548700" cy="3936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 b="1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buNone/>
              <a:defRPr b="1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buNone/>
              <a:defRPr b="1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buNone/>
              <a:defRPr b="1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buNone/>
              <a:defRPr b="1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buNone/>
              <a:defRPr b="1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buNone/>
              <a:defRPr b="1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buNone/>
              <a:defRPr b="1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buNone/>
              <a:defRPr b="1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im da Apresentação">
  <p:cSld name="CUSTOM_3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Google Shape;22;p5" title="Screenshot 2026-03-13 at 17.49.48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40400" y="-20475"/>
            <a:ext cx="9224801" cy="51844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ealização, Execução e Apoio">
  <p:cSld name="CUSTOM_4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Google Shape;24;p6" title="Screenshot 2026-03-13 at 17.50.07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40400" y="-20475"/>
            <a:ext cx="9224801" cy="51844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valo de Aula">
  <p:cSld name="CUSTOM_5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7" title="Screenshot 2026-03-13 at 17.49.00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40850" y="-25225"/>
            <a:ext cx="9225677" cy="5193951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27;p7"/>
          <p:cNvSpPr txBox="1"/>
          <p:nvPr/>
        </p:nvSpPr>
        <p:spPr>
          <a:xfrm>
            <a:off x="971888" y="951750"/>
            <a:ext cx="3240000" cy="3240000"/>
          </a:xfrm>
          <a:prstGeom prst="rect">
            <a:avLst/>
          </a:prstGeom>
          <a:noFill/>
          <a:ln cap="flat" cmpd="sng" w="28575">
            <a:solidFill>
              <a:srgbClr val="78C043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180000" lIns="90000" spcFirstLastPara="1" rIns="90000" wrap="square" tIns="180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pt-BR" sz="3200">
                <a:solidFill>
                  <a:srgbClr val="78C043"/>
                </a:solidFill>
                <a:latin typeface="Roboto"/>
                <a:ea typeface="Roboto"/>
                <a:cs typeface="Roboto"/>
                <a:sym typeface="Roboto"/>
              </a:rPr>
              <a:t>INTERVALO!</a:t>
            </a:r>
            <a:br>
              <a:rPr lang="pt-BR" sz="12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</a:br>
            <a:br>
              <a:rPr lang="pt-BR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pt-BR" sz="1800">
                <a:latin typeface="Roboto"/>
                <a:ea typeface="Roboto"/>
                <a:cs typeface="Roboto"/>
                <a:sym typeface="Roboto"/>
              </a:rPr>
              <a:t>Finalizamos o nosso primeiro período de hoje. Que tal descansar um pouco?!</a:t>
            </a:r>
            <a:br>
              <a:rPr lang="pt-BR" sz="1800">
                <a:latin typeface="Roboto"/>
                <a:ea typeface="Roboto"/>
                <a:cs typeface="Roboto"/>
                <a:sym typeface="Roboto"/>
              </a:rPr>
            </a:br>
            <a:br>
              <a:rPr lang="pt-BR" sz="1800">
                <a:latin typeface="Roboto"/>
                <a:ea typeface="Roboto"/>
                <a:cs typeface="Roboto"/>
                <a:sym typeface="Roboto"/>
              </a:rPr>
            </a:br>
            <a:r>
              <a:rPr lang="pt-BR" sz="1800">
                <a:latin typeface="Roboto"/>
                <a:ea typeface="Roboto"/>
                <a:cs typeface="Roboto"/>
                <a:sym typeface="Roboto"/>
              </a:rPr>
              <a:t>Nos vemos em 15 minutos.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sz="18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latin typeface="Roboto"/>
                <a:ea typeface="Roboto"/>
                <a:cs typeface="Roboto"/>
                <a:sym typeface="Roboto"/>
              </a:rPr>
              <a:t>Início:		</a:t>
            </a:r>
            <a:br>
              <a:rPr b="1" lang="pt-BR">
                <a:latin typeface="Roboto"/>
                <a:ea typeface="Roboto"/>
                <a:cs typeface="Roboto"/>
                <a:sym typeface="Roboto"/>
              </a:rPr>
            </a:br>
            <a:r>
              <a:rPr b="1" lang="pt-BR">
                <a:latin typeface="Roboto"/>
                <a:ea typeface="Roboto"/>
                <a:cs typeface="Roboto"/>
                <a:sym typeface="Roboto"/>
              </a:rPr>
              <a:t>Retorno: 	</a:t>
            </a:r>
            <a:r>
              <a:rPr lang="pt-BR">
                <a:latin typeface="Roboto"/>
                <a:ea typeface="Roboto"/>
                <a:cs typeface="Roboto"/>
                <a:sym typeface="Roboto"/>
              </a:rPr>
              <a:t>	</a:t>
            </a:r>
            <a:endParaRPr b="1" sz="20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8" name="Google Shape;28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32063" y="951750"/>
            <a:ext cx="3240000" cy="324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visos">
  <p:cSld name="CUSTOM_5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Google Shape;30;p8" title="Screenshot 2026-03-13 at 17.48.40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48850" y="-25225"/>
            <a:ext cx="9241702" cy="5193951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8"/>
          <p:cNvSpPr/>
          <p:nvPr/>
        </p:nvSpPr>
        <p:spPr>
          <a:xfrm>
            <a:off x="4885250" y="591750"/>
            <a:ext cx="3600000" cy="3960000"/>
          </a:xfrm>
          <a:prstGeom prst="roundRect">
            <a:avLst>
              <a:gd fmla="val 6981" name="adj"/>
            </a:avLst>
          </a:prstGeom>
          <a:solidFill>
            <a:srgbClr val="FFFFFF"/>
          </a:solidFill>
          <a:ln>
            <a:noFill/>
          </a:ln>
          <a:effectLst>
            <a:outerShdw blurRad="142875" rotWithShape="0" algn="bl" dir="21540000" dist="19050">
              <a:srgbClr val="000000">
                <a:alpha val="6499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8"/>
          <p:cNvSpPr/>
          <p:nvPr/>
        </p:nvSpPr>
        <p:spPr>
          <a:xfrm>
            <a:off x="658750" y="591750"/>
            <a:ext cx="3600000" cy="3960000"/>
          </a:xfrm>
          <a:prstGeom prst="roundRect">
            <a:avLst>
              <a:gd fmla="val 6981" name="adj"/>
            </a:avLst>
          </a:prstGeom>
          <a:solidFill>
            <a:srgbClr val="FFFFFF"/>
          </a:solidFill>
          <a:ln>
            <a:noFill/>
          </a:ln>
          <a:effectLst>
            <a:outerShdw blurRad="142875" rotWithShape="0" algn="bl" dir="21540000" dist="19050">
              <a:srgbClr val="000000">
                <a:alpha val="6499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hyperlink" Target="#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 txBox="1"/>
          <p:nvPr>
            <p:ph type="title"/>
          </p:nvPr>
        </p:nvSpPr>
        <p:spPr>
          <a:xfrm>
            <a:off x="1872750" y="2494075"/>
            <a:ext cx="5398500" cy="116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T</a:t>
            </a:r>
            <a:r>
              <a:rPr lang="pt-BR"/>
              <a:t>ÍTULO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DA AULA</a:t>
            </a:r>
            <a:endParaRPr/>
          </a:p>
        </p:txBody>
      </p:sp>
      <p:sp>
        <p:nvSpPr>
          <p:cNvPr id="38" name="Google Shape;38;p9"/>
          <p:cNvSpPr txBox="1"/>
          <p:nvPr>
            <p:ph idx="2" type="title"/>
          </p:nvPr>
        </p:nvSpPr>
        <p:spPr>
          <a:xfrm>
            <a:off x="1221000" y="3663775"/>
            <a:ext cx="6702000" cy="43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/>
              <a:t>MÓDULO 1 - SEMANA 08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0"/>
          <p:cNvSpPr txBox="1"/>
          <p:nvPr>
            <p:ph type="title"/>
          </p:nvPr>
        </p:nvSpPr>
        <p:spPr>
          <a:xfrm>
            <a:off x="422688" y="468425"/>
            <a:ext cx="8298600" cy="6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AGENDA</a:t>
            </a:r>
            <a:endParaRPr/>
          </a:p>
        </p:txBody>
      </p:sp>
      <p:sp>
        <p:nvSpPr>
          <p:cNvPr id="44" name="Google Shape;44;p10"/>
          <p:cNvSpPr txBox="1"/>
          <p:nvPr>
            <p:ph idx="2" type="title"/>
          </p:nvPr>
        </p:nvSpPr>
        <p:spPr>
          <a:xfrm>
            <a:off x="422700" y="1145525"/>
            <a:ext cx="8298600" cy="3593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78C043"/>
              </a:buClr>
              <a:buSzPts val="1200"/>
              <a:buChar char="●"/>
            </a:pPr>
            <a:r>
              <a:rPr lang="pt-BR"/>
              <a:t>Informações do template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78C043"/>
              </a:buClr>
              <a:buSzPts val="1200"/>
              <a:buChar char="●"/>
            </a:pPr>
            <a:r>
              <a:rPr lang="pt-BR"/>
              <a:t>Exemplo com texto (Light mode)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78C043"/>
              </a:buClr>
              <a:buSzPts val="1200"/>
              <a:buChar char="●"/>
            </a:pPr>
            <a:r>
              <a:rPr lang="pt-BR"/>
              <a:t>Exemplo com texto (Dark mode)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78C043"/>
              </a:buClr>
              <a:buSzPts val="1200"/>
              <a:buChar char="●"/>
            </a:pPr>
            <a:r>
              <a:rPr lang="pt-BR"/>
              <a:t>Exemplo com imagens (Light mode)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78C043"/>
              </a:buClr>
              <a:buSzPts val="1200"/>
              <a:buChar char="●"/>
            </a:pPr>
            <a:r>
              <a:rPr lang="pt-BR"/>
              <a:t>Exemplo com imagens (Dark mode)</a:t>
            </a:r>
            <a:endParaRPr/>
          </a:p>
        </p:txBody>
      </p:sp>
      <p:sp>
        <p:nvSpPr>
          <p:cNvPr id="45" name="Google Shape;45;p10"/>
          <p:cNvSpPr txBox="1"/>
          <p:nvPr>
            <p:ph idx="4294967295" type="sldNum"/>
          </p:nvPr>
        </p:nvSpPr>
        <p:spPr>
          <a:xfrm>
            <a:off x="4297634" y="485135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46" name="Google Shape;46;p10"/>
          <p:cNvSpPr txBox="1"/>
          <p:nvPr>
            <p:ph idx="12" type="sldNum"/>
          </p:nvPr>
        </p:nvSpPr>
        <p:spPr>
          <a:xfrm>
            <a:off x="8556784" y="4782752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1"/>
          <p:cNvSpPr txBox="1"/>
          <p:nvPr>
            <p:ph type="title"/>
          </p:nvPr>
        </p:nvSpPr>
        <p:spPr>
          <a:xfrm>
            <a:off x="422688" y="468425"/>
            <a:ext cx="8298600" cy="6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INFORMAÇÕES DO TEMPLATE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11"/>
          <p:cNvSpPr txBox="1"/>
          <p:nvPr>
            <p:ph idx="2" type="title"/>
          </p:nvPr>
        </p:nvSpPr>
        <p:spPr>
          <a:xfrm>
            <a:off x="422700" y="1145525"/>
            <a:ext cx="4149300" cy="359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78C043"/>
              </a:buClr>
              <a:buSzPts val="1200"/>
              <a:buChar char="●"/>
            </a:pPr>
            <a:r>
              <a:rPr lang="pt-BR">
                <a:solidFill>
                  <a:schemeClr val="dk1"/>
                </a:solidFill>
              </a:rPr>
              <a:t>Título da Aula:</a:t>
            </a:r>
            <a:endParaRPr>
              <a:solidFill>
                <a:schemeClr val="dk1"/>
              </a:solidFill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pt-BR" sz="1200">
                <a:solidFill>
                  <a:schemeClr val="dk1"/>
                </a:solidFill>
              </a:rPr>
              <a:t>Fonte: Roboto</a:t>
            </a:r>
            <a:endParaRPr sz="1200">
              <a:solidFill>
                <a:schemeClr val="dk1"/>
              </a:solidFill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pt-BR" sz="1200">
                <a:solidFill>
                  <a:schemeClr val="dk1"/>
                </a:solidFill>
              </a:rPr>
              <a:t>Formato: Maiúsculo</a:t>
            </a:r>
            <a:endParaRPr sz="1200">
              <a:solidFill>
                <a:schemeClr val="dk1"/>
              </a:solidFill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pt-BR" sz="1200">
                <a:solidFill>
                  <a:schemeClr val="dk1"/>
                </a:solidFill>
              </a:rPr>
              <a:t>Tamanho: 32</a:t>
            </a:r>
            <a:endParaRPr sz="1200">
              <a:solidFill>
                <a:schemeClr val="dk1"/>
              </a:solidFill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pt-BR" sz="1200">
                <a:solidFill>
                  <a:schemeClr val="dk1"/>
                </a:solidFill>
              </a:rPr>
              <a:t>Cor: Branco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78C043"/>
              </a:buClr>
              <a:buSzPts val="1200"/>
              <a:buChar char="●"/>
            </a:pPr>
            <a:r>
              <a:rPr lang="pt-BR">
                <a:solidFill>
                  <a:schemeClr val="dk1"/>
                </a:solidFill>
              </a:rPr>
              <a:t>Sub-t</a:t>
            </a:r>
            <a:r>
              <a:rPr lang="pt-BR">
                <a:solidFill>
                  <a:schemeClr val="dk1"/>
                </a:solidFill>
              </a:rPr>
              <a:t>ítulo da Aula:</a:t>
            </a:r>
            <a:endParaRPr>
              <a:solidFill>
                <a:schemeClr val="dk1"/>
              </a:solidFill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pt-BR" sz="1200">
                <a:solidFill>
                  <a:schemeClr val="dk1"/>
                </a:solidFill>
              </a:rPr>
              <a:t>Fonte: Roboto</a:t>
            </a:r>
            <a:endParaRPr sz="1200">
              <a:solidFill>
                <a:schemeClr val="dk1"/>
              </a:solidFill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pt-BR" sz="1200">
                <a:solidFill>
                  <a:schemeClr val="dk1"/>
                </a:solidFill>
              </a:rPr>
              <a:t>Formato: Maiúsculo</a:t>
            </a:r>
            <a:endParaRPr sz="1200">
              <a:solidFill>
                <a:schemeClr val="dk1"/>
              </a:solidFill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pt-BR" sz="1200">
                <a:solidFill>
                  <a:schemeClr val="dk1"/>
                </a:solidFill>
              </a:rPr>
              <a:t>Tamanho: 16</a:t>
            </a:r>
            <a:endParaRPr sz="1200">
              <a:solidFill>
                <a:schemeClr val="dk1"/>
              </a:solidFill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pt-BR" sz="1200">
                <a:solidFill>
                  <a:schemeClr val="dk1"/>
                </a:solidFill>
              </a:rPr>
              <a:t>Cor: Verde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78C043"/>
              </a:buClr>
              <a:buSzPts val="1200"/>
              <a:buChar char="●"/>
            </a:pPr>
            <a:r>
              <a:rPr lang="pt-BR">
                <a:solidFill>
                  <a:schemeClr val="dk1"/>
                </a:solidFill>
              </a:rPr>
              <a:t>Título do Slide:</a:t>
            </a:r>
            <a:endParaRPr>
              <a:solidFill>
                <a:schemeClr val="dk1"/>
              </a:solidFill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pt-BR" sz="1200">
                <a:solidFill>
                  <a:schemeClr val="dk1"/>
                </a:solidFill>
              </a:rPr>
              <a:t>Fonte: </a:t>
            </a:r>
            <a:r>
              <a:rPr lang="pt-BR" sz="1200">
                <a:solidFill>
                  <a:schemeClr val="dk1"/>
                </a:solidFill>
              </a:rPr>
              <a:t>Roboto</a:t>
            </a:r>
            <a:endParaRPr sz="1200">
              <a:solidFill>
                <a:schemeClr val="dk1"/>
              </a:solidFill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pt-BR" sz="1200">
                <a:solidFill>
                  <a:schemeClr val="dk1"/>
                </a:solidFill>
              </a:rPr>
              <a:t>Formato: Maiúsculo</a:t>
            </a:r>
            <a:endParaRPr sz="1200">
              <a:solidFill>
                <a:schemeClr val="dk1"/>
              </a:solidFill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pt-BR" sz="1200">
                <a:solidFill>
                  <a:schemeClr val="dk1"/>
                </a:solidFill>
              </a:rPr>
              <a:t>Tamanho: 24</a:t>
            </a:r>
            <a:endParaRPr sz="1200">
              <a:solidFill>
                <a:schemeClr val="dk1"/>
              </a:solidFill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pt-BR" sz="1200">
                <a:solidFill>
                  <a:schemeClr val="dk1"/>
                </a:solidFill>
              </a:rPr>
              <a:t>Cores: Verde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53" name="Google Shape;53;p11"/>
          <p:cNvSpPr txBox="1"/>
          <p:nvPr>
            <p:ph idx="2" type="title"/>
          </p:nvPr>
        </p:nvSpPr>
        <p:spPr>
          <a:xfrm>
            <a:off x="4652425" y="1145525"/>
            <a:ext cx="4149300" cy="359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78C043"/>
              </a:buClr>
              <a:buSzPts val="1200"/>
              <a:buChar char="●"/>
            </a:pPr>
            <a:r>
              <a:rPr lang="pt-BR">
                <a:solidFill>
                  <a:schemeClr val="dk1"/>
                </a:solidFill>
              </a:rPr>
              <a:t>Parágrafos:</a:t>
            </a:r>
            <a:endParaRPr>
              <a:solidFill>
                <a:schemeClr val="dk1"/>
              </a:solidFill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lang="pt-BR" sz="1200">
                <a:solidFill>
                  <a:schemeClr val="dk1"/>
                </a:solidFill>
              </a:rPr>
              <a:t>Fonte: Roboto</a:t>
            </a:r>
            <a:endParaRPr sz="1200">
              <a:solidFill>
                <a:schemeClr val="dk1"/>
              </a:solidFill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lang="pt-BR" sz="1200">
                <a:solidFill>
                  <a:schemeClr val="dk1"/>
                </a:solidFill>
              </a:rPr>
              <a:t>Tamanho: 12 a 18</a:t>
            </a:r>
            <a:endParaRPr sz="1200">
              <a:solidFill>
                <a:schemeClr val="dk1"/>
              </a:solidFill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lang="pt-BR" sz="1200">
                <a:solidFill>
                  <a:schemeClr val="dk1"/>
                </a:solidFill>
              </a:rPr>
              <a:t>Cores: Branco (Modo Escuro) ou Preto (Modo Claro)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78C043"/>
              </a:buClr>
              <a:buSzPts val="1200"/>
              <a:buChar char="●"/>
            </a:pPr>
            <a:r>
              <a:rPr lang="pt-BR">
                <a:solidFill>
                  <a:schemeClr val="dk1"/>
                </a:solidFill>
              </a:rPr>
              <a:t>Marcadores de tópicos:</a:t>
            </a:r>
            <a:endParaRPr>
              <a:solidFill>
                <a:schemeClr val="dk1"/>
              </a:solidFill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lang="pt-BR" sz="1200">
                <a:solidFill>
                  <a:schemeClr val="dk1"/>
                </a:solidFill>
              </a:rPr>
              <a:t>Formatos: Símbolos ou Alfanuméricos</a:t>
            </a:r>
            <a:endParaRPr sz="1200">
              <a:solidFill>
                <a:schemeClr val="dk1"/>
              </a:solidFill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lang="pt-BR" sz="1200">
                <a:solidFill>
                  <a:schemeClr val="dk1"/>
                </a:solidFill>
              </a:rPr>
              <a:t>Cor: Verde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54" name="Google Shape;54;p11"/>
          <p:cNvSpPr txBox="1"/>
          <p:nvPr>
            <p:ph idx="4294967295" type="sldNum"/>
          </p:nvPr>
        </p:nvSpPr>
        <p:spPr>
          <a:xfrm>
            <a:off x="4297634" y="485135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55" name="Google Shape;55;p11"/>
          <p:cNvSpPr txBox="1"/>
          <p:nvPr>
            <p:ph idx="12" type="sldNum"/>
          </p:nvPr>
        </p:nvSpPr>
        <p:spPr>
          <a:xfrm>
            <a:off x="8556784" y="4782752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2"/>
          <p:cNvSpPr txBox="1"/>
          <p:nvPr>
            <p:ph type="title"/>
          </p:nvPr>
        </p:nvSpPr>
        <p:spPr>
          <a:xfrm>
            <a:off x="422688" y="468425"/>
            <a:ext cx="8298600" cy="6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EXEMPLO COM TEXTO (MODO CLARO)</a:t>
            </a:r>
            <a:endParaRPr/>
          </a:p>
        </p:txBody>
      </p:sp>
      <p:sp>
        <p:nvSpPr>
          <p:cNvPr id="61" name="Google Shape;61;p12"/>
          <p:cNvSpPr txBox="1"/>
          <p:nvPr>
            <p:ph idx="2" type="title"/>
          </p:nvPr>
        </p:nvSpPr>
        <p:spPr>
          <a:xfrm>
            <a:off x="422700" y="1145525"/>
            <a:ext cx="8298600" cy="3593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 NOMEPRODUTO, é uma formação imersiva do LAB 365, alinhada com as mais recentes tecnologias de mercado, com o objetivo de acelerar a carreira de NOMEAREA.</a:t>
            </a:r>
            <a:endParaRPr/>
          </a:p>
        </p:txBody>
      </p:sp>
      <p:sp>
        <p:nvSpPr>
          <p:cNvPr id="62" name="Google Shape;62;p12"/>
          <p:cNvSpPr txBox="1"/>
          <p:nvPr>
            <p:ph idx="4294967295" type="sldNum"/>
          </p:nvPr>
        </p:nvSpPr>
        <p:spPr>
          <a:xfrm>
            <a:off x="4297634" y="485135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63" name="Google Shape;63;p12"/>
          <p:cNvSpPr txBox="1"/>
          <p:nvPr>
            <p:ph idx="12" type="sldNum"/>
          </p:nvPr>
        </p:nvSpPr>
        <p:spPr>
          <a:xfrm>
            <a:off x="8556784" y="4782752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3"/>
          <p:cNvSpPr txBox="1"/>
          <p:nvPr>
            <p:ph type="title"/>
          </p:nvPr>
        </p:nvSpPr>
        <p:spPr>
          <a:xfrm>
            <a:off x="422688" y="468425"/>
            <a:ext cx="8298600" cy="6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EXEMPLO COM TEXTO (MODO ESCURO)</a:t>
            </a:r>
            <a:endParaRPr/>
          </a:p>
        </p:txBody>
      </p:sp>
      <p:sp>
        <p:nvSpPr>
          <p:cNvPr id="69" name="Google Shape;69;p13"/>
          <p:cNvSpPr txBox="1"/>
          <p:nvPr>
            <p:ph idx="2" type="title"/>
          </p:nvPr>
        </p:nvSpPr>
        <p:spPr>
          <a:xfrm>
            <a:off x="422700" y="1145525"/>
            <a:ext cx="8298600" cy="3593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 NOMEPRODUTO, é uma formação imersiva do LAB 365, alinhada com as mais recentes tecnologias de mercado, com o objetivo de acelerar a carreira de NOMEAREA.</a:t>
            </a:r>
            <a:endParaRPr/>
          </a:p>
        </p:txBody>
      </p:sp>
      <p:sp>
        <p:nvSpPr>
          <p:cNvPr id="70" name="Google Shape;70;p13"/>
          <p:cNvSpPr txBox="1"/>
          <p:nvPr>
            <p:ph idx="12" type="sldNum"/>
          </p:nvPr>
        </p:nvSpPr>
        <p:spPr>
          <a:xfrm>
            <a:off x="8556784" y="4782752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4"/>
          <p:cNvSpPr txBox="1"/>
          <p:nvPr/>
        </p:nvSpPr>
        <p:spPr>
          <a:xfrm>
            <a:off x="3209227" y="3446949"/>
            <a:ext cx="943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rgbClr val="78C043"/>
                </a:solidFill>
                <a:latin typeface="Roboto"/>
                <a:ea typeface="Roboto"/>
                <a:cs typeface="Roboto"/>
                <a:sym typeface="Roboto"/>
              </a:rPr>
              <a:t>20:30</a:t>
            </a:r>
            <a:endParaRPr b="1">
              <a:solidFill>
                <a:srgbClr val="78C04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6" name="Google Shape;76;p14"/>
          <p:cNvSpPr txBox="1"/>
          <p:nvPr/>
        </p:nvSpPr>
        <p:spPr>
          <a:xfrm>
            <a:off x="3398521" y="3659375"/>
            <a:ext cx="695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rgbClr val="78C043"/>
                </a:solidFill>
                <a:latin typeface="Roboto"/>
                <a:ea typeface="Roboto"/>
                <a:cs typeface="Roboto"/>
                <a:sym typeface="Roboto"/>
              </a:rPr>
              <a:t>20:45</a:t>
            </a:r>
            <a:endParaRPr b="1">
              <a:solidFill>
                <a:srgbClr val="78C04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5"/>
          <p:cNvSpPr txBox="1"/>
          <p:nvPr/>
        </p:nvSpPr>
        <p:spPr>
          <a:xfrm>
            <a:off x="739150" y="705650"/>
            <a:ext cx="3421200" cy="374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200">
                <a:solidFill>
                  <a:srgbClr val="78C043"/>
                </a:solidFill>
                <a:latin typeface="Lexend"/>
                <a:ea typeface="Lexend"/>
                <a:cs typeface="Lexend"/>
                <a:sym typeface="Lexend"/>
              </a:rPr>
              <a:t>AVALIAÇÃO DOCENTE</a:t>
            </a:r>
            <a:endParaRPr b="1" sz="1200">
              <a:solidFill>
                <a:srgbClr val="78C043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00">
                <a:latin typeface="Lexend Light"/>
                <a:ea typeface="Lexend Light"/>
                <a:cs typeface="Lexend Light"/>
                <a:sym typeface="Lexend Light"/>
              </a:rPr>
              <a:t>O que você está achando das minhas aulas neste conteúdo?</a:t>
            </a:r>
            <a:endParaRPr sz="1700"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00">
                <a:latin typeface="Lexend Light"/>
                <a:ea typeface="Lexend Light"/>
                <a:cs typeface="Lexend Light"/>
                <a:sym typeface="Lexend Light"/>
              </a:rPr>
              <a:t>Clique </a:t>
            </a:r>
            <a:r>
              <a:rPr lang="pt-BR" sz="1700" u="sng">
                <a:solidFill>
                  <a:srgbClr val="78C043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aqui</a:t>
            </a:r>
            <a:r>
              <a:rPr lang="pt-BR" sz="1700">
                <a:latin typeface="Lexend Light"/>
                <a:ea typeface="Lexend Light"/>
                <a:cs typeface="Lexend Light"/>
                <a:sym typeface="Lexend Light"/>
              </a:rPr>
              <a:t> ou escaneie o QRCode ao lado para avaliar minha aula.</a:t>
            </a:r>
            <a:endParaRPr sz="1700"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00">
                <a:latin typeface="Lexend Light"/>
                <a:ea typeface="Lexend Light"/>
                <a:cs typeface="Lexend Light"/>
                <a:sym typeface="Lexend Light"/>
              </a:rPr>
              <a:t>Sinta-se à vontade para fornecer uma avaliação sempre que achar necessário. </a:t>
            </a:r>
            <a:endParaRPr sz="1700"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[SCTEC] Tema de Aula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